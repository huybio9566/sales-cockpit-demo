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协作周报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A83C"/>
                </a:solidFill>
              </a:rPr>
              <a:t>完整界面 · 虚构数据 · 离线演示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这是预置演示文稿，不是在线 AI 生成结果。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不连接真实业务系统，也不包含真实客户、人员或项目资料。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7"/>
                </a:solidFill>
              </a:rPr>
              <a:t>离线模拟｜全部业务内容均为虚构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本周工作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A83C"/>
                </a:solidFill>
              </a:rPr>
              <a:t>虚构工作样例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需求确认：梳理知识库检索与权限场景。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方案演示：展示协作门户与智能问答。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联调验证：安排样例数据验证与培训。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7"/>
                </a:solidFill>
              </a:rPr>
              <a:t>离线模拟｜全部业务内容均为虚构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A83C"/>
                </a:solidFill>
              </a:rPr>
              <a:t>虚构风险与行动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风险：演示联调环境需要排期。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行动：复核问题清单、完善培训材料、组织验证。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394150"/>
                </a:solidFill>
              </a:rPr>
              <a:t>提示：本文件为固定模板；附加要求仅在离线预览中展示。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7"/>
                </a:solidFill>
              </a:rPr>
              <a:t>离线模拟｜全部业务内容均为虚构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离线演示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协作周报 · 离线模拟</dc:title>
  <dc:subject>全部内容均为虚构的固定样例</dc:subject>
  <dc:creator>虚构演示</dc:creator>
  <cp:lastModifiedBy>虚构演示</cp:lastModifiedBy>
  <cp:revision>1</cp:revision>
  <dcterms:created xsi:type="dcterms:W3CDTF">2026-09-28T15:49:18Z</dcterms:created>
  <dcterms:modified xsi:type="dcterms:W3CDTF">2026-09-28T15:49:18Z</dcterms:modified>
</cp:coreProperties>
</file>